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0830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 Volumes, PV/PVC &amp; StatefulSets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data management in Kubernetes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storage challenge: containers are ephemeral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volume types: emptyDir, configMap, PersistentVolumes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PV/PVC binding and access modes (RWO, ROX, RWX)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Storage Classes for dynamic provisioning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StatefulSets with stable pod identities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360" y="448056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97280" y="43891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headless services for database clustering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Storage Challenge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containers can't store data (and what happens when they try)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Lifecycle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created → container starts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writes to /data → stored in container layer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crashes or is deleted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layer is destroyed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lost forever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Data Problem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 need data that survives restarts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need shared config across pods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StatefulSets need identity persistence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Solutions: Volumes (temporary) &amp; PV/PVC (permanent)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Types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storage solutions for different use cases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645920"/>
          </a:xfrm>
          <a:prstGeom prst="rect">
            <a:avLst/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08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54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emptyDir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Ephemeral volume, shared between containers in a pod, deleted with pod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417320"/>
            <a:ext cx="3931920" cy="1645920"/>
          </a:xfrm>
          <a:prstGeom prst="rect">
            <a:avLst/>
          </a:prstGeom>
          <a:solidFill>
            <a:srgbClr val="E8EE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7760" y="15544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554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configMap/secret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37760" y="1965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config files or secrets as volumes into containers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246120"/>
            <a:ext cx="3931920" cy="1645920"/>
          </a:xfrm>
          <a:prstGeom prst="rect">
            <a:avLst/>
          </a:prstGeom>
          <a:solidFill>
            <a:srgbClr val="FFF0E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080" y="33832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383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PersistentVolume (PV)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0080" y="3794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Cluster-level storage resource provisioned by admin or dynamically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54880" y="3246120"/>
            <a:ext cx="3931920" cy="1645920"/>
          </a:xfrm>
          <a:prstGeom prst="rect">
            <a:avLst/>
          </a:prstGeom>
          <a:solidFill>
            <a:srgbClr val="F0E8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37760" y="33832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3383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PersistentVolumeClaim (PVC)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37760" y="3794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for storage: claims a PV, scoped to namespace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PersistentVolumes (PV)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Cluster-level storage resources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E8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= storage abstraction between pods and cloud storage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Cluster-level resource (not namespaced)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Provisioned by admin (static) or StorageClass (dynamic)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Represents actual storage: EBS volume, NFS mount, etc.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capacity (e.g., 100Gi) and access modes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Lifecycle: created → claimed by PVC → pod uses it → reclaimed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PersistentVolumeClaims (PVC)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Namespaced storage requests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= pod's request for storage (like a 'storage claim ticket')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Namespaced resource (tied to specific namespace)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mounts PVC, not PV directly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requests size and access mode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1-to-1 binding: one PVC → one PV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is dynamic: PVC finds matching PV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PV-PVC Binding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1-to-1 relationship and access modes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Binding Process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says: I need 10Gi storage, RWO access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searches for matching PV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must have: &gt;= 10Gi capacity, RWO supported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binds to PV (exclusive)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PVCs can't use that PV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mounts the PVC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Modes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RWO: ReadWriteOnce (EBS) - 1 pod reads &amp; writes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ROX: ReadOnlyMany (NFS/EFS)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Many pods read only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RWX: ReadWriteMany (NFS/EFS)  - Many pods read &amp; write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CSI: Container Storage Interface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Kubernetes talks to cloud storage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CSI?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plugin interface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calls CSI driver methods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talks to cloud provider API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EBS CSI: AWS Elastic Block Store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EFS CSI: AWS Elastic File System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Decouples K8s from storage impl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 in Action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StorageClass names CSI provisioner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PVC triggers CSI provisioner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CSI calls AWS API: create volume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AWS creates EBS/EFS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CSI attaches to node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Pod uses volume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EBS vs EFS: When to Use Which?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storage for different architectures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EBS (Elastic Block Store)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storage (like a hard drive)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pod per volume (not shareable)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performance, low latency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Databases (MySQL, PostgreSQL)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High-speed caching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$.10/GB-month + operations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EFS (Elastic File System)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file system (NFS)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pods share same volume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throughput, not ultra-fast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Shared config across apps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Multi-pod log aggregation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$.30/GB-month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StatefulSets: Stateful Applications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pod identities and ordered scaling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FFF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StatefulSet = Deployment with stable identity (unlike Deployments which scale randomly)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naming: mysql-0, mysql-1, mysql-2 (predictable)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scaling: creates mysql-0, then mysql-1, then mysql-2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pod gets unique PVC (volumeClaimTemplates)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identity persists across restarts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DNS: mysql-0.mysql-headless.default.svc.cluster.local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Databases, caches, queue brokers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450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StatefulSet: Pod → PVC → PV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43662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StatefulSet: mysql-repl (3 replicas)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mysql-0 → PVC mysql-0 → PV (10Gi EBS)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mysql-1 → PVC mysql-1 → PV (10Gi EBS)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mysql-2 → PVC mysql-2 → PV (10Gi EBS)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Headless Service: mysql-headless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Direct DNS to each pod (no load balancer)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- mysql-0.mysql-headless.default.svc.cluster.local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- mysql-1.mysql-headless.default.svc.cluster.local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- mysql-2.mysql-headless.default.svc.cluster.local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Difference from Deployment: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Deployment: all pods share one PVC (1 volume)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StatefulSet: each pod gets own PVC (N volumes)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6253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1-to-1: Pod identity ↔ PVC ↔ PV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Services: Direct Pod DNS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StatefulSets discover each other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Service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ClusterIP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balancer distributes traffic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app-svc → random pod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stateless apps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DNS: app-svc.default.svc.cluster.local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Service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ClusterIP (None)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DNS to each pod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pod-0 talks directly to pod-1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stateful/clustered apps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DNS: pod-0.service.ns.svc.cluster.local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7640" y="142494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965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8632</TotalTime>
  <Words>932</Words>
  <Application>Microsoft Office PowerPoint</Application>
  <PresentationFormat>On-screen Show (16:9)</PresentationFormat>
  <Paragraphs>146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KubeCraft Technologies</cp:lastModifiedBy>
  <cp:revision>6</cp:revision>
  <dcterms:created xsi:type="dcterms:W3CDTF">2026-03-26T19:37:10Z</dcterms:created>
  <dcterms:modified xsi:type="dcterms:W3CDTF">2026-05-09T05:38:46Z</dcterms:modified>
</cp:coreProperties>
</file>