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9" r:id="rId12"/>
    <p:sldId id="272" r:id="rId13"/>
    <p:sldId id="273" r:id="rId14"/>
    <p:sldId id="274" r:id="rId15"/>
    <p:sldId id="264" r:id="rId16"/>
    <p:sldId id="26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10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Workloads with Autoscaling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92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</a:t>
            </a:r>
            <a:r>
              <a:rPr lang="en-US" sz="1600" i="1" dirty="0" err="1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Deployments, HPA and CA - Managing Application Lifecycle at Scale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ReplicaSet role in maintaining pod replicas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Deployment as the standard abstraction layer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rolling updates and rollback strategies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scaling: manual and horizontal auto-scaling (HPA)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resource requests &amp; limits for pod scheduling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</a:t>
            </a:r>
            <a:r>
              <a:rPr lang="en-US" sz="1400" dirty="0" err="1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Autoscaler</a:t>
            </a: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pic>
        <p:nvPicPr>
          <p:cNvPr id="21" name="Image 4" descr="preencoded.png">
            <a:extLst>
              <a:ext uri="{FF2B5EF4-FFF2-40B4-BE49-F238E27FC236}">
                <a16:creationId xmlns:a16="http://schemas.microsoft.com/office/drawing/2014/main" id="{B3EB4EC1-3EA2-2688-47F1-7F7B7D5F5A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Pod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from Session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297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Pod?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3380" y="1645920"/>
            <a:ext cx="80391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deployable unit in Kubernetes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runs 1 container (sometimes 2-3 tightly coupled)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network namespace: containers share IP &amp; port space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Ephemeral: created and destroyed dynamically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creation rarely used in production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manual pod management fails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Pod Issues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→ application 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restart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scaling: single pod has limits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updates: restart every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visibility into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maintain consistency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on failure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desired # of replicas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scale up/down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updates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rollback on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state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N replicas are always running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responsibility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pod count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label selectors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used directly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0" y="1554480"/>
            <a:ext cx="33832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defines: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replicas: 3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selector (which pods)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template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Constantly reconciles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managing ReplicaSets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ReplicaSet (revision 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update a Deployment: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new ReplicaSet (revision 2)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old RS down gradually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new RS up (rolling update)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old RS for easy rollback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Deployments Over ReplicaSets?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are the standard production choice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old pods with new ones. Zero downtime.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Capability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revert to previous working version on error.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History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every deployment version automatically.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383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Strategies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how updates roll out: aggressive or conservative.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Strategies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vs Recreate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RollingUpdate (Default)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Gradually replace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&amp; new versions coexist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deployment 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for production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breaking changes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all old pods first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create new ones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downtime window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deployment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testing/dev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migrations needed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Mechanism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maintains revision history automatically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8B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stores old ReplicaSets as revisions — instant rollback!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19456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1: 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revision 2: ... (current)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deployment/my-app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scales new RS down, old RS back 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Deployment Commands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app --image=nginx:1.24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deployment imperatively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deployment.yaml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5361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Apply/update deployment declaratively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7510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deployment/app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975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deployment progress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4140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history deployment/app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4140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revision history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52928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deployment/app --to-revision=1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8529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to specific revision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deployment/app --replicas=5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3291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scale replicas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30752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" y="3730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deployment/app nginx=nginx:1.25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373075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container image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69664"/>
            <a:ext cx="4114800" cy="384048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8640" y="4169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delete deployment app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1696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deployment (cascading deletes pods)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&amp; Limits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pod scheduling and runtime behavior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resources pod needs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uses for placement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won't start if insufficient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Reserved for pod's lifetime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0 (not recommended!)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always set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Limits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allowed resources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enforces hard limit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OOMKilled if exceed memory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throttled if exceed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Default: unlimited (dangerous!)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noisy neighbors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Autoscaling?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Balancing performance, cost, and resource utilization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unexpected traffic spikes without manual intervention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infrastructure costs during low-demand periods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application responsiveness and user experience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scaling complexity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SLA compliance with predictable performance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pod eviction under high load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cluster resource utilization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operational overhead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Server: The Foundation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Cluster-wide CPU and memory monitoring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572500" cy="333756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560320" cy="284988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Collects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CPU and memory metrics from all pods and nodes via kubelet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600200"/>
            <a:ext cx="2560320" cy="2849880"/>
          </a:xfrm>
          <a:prstGeom prst="rect">
            <a:avLst/>
          </a:prstGeom>
          <a:solidFill>
            <a:srgbClr val="E8F8F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kubelet /metrics endpoint, stores metrics in-memory (no storage)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309360" y="1600200"/>
            <a:ext cx="2560320" cy="284988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373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17373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92240" y="21488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Straight-forward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/ AKS has addons for metrics server installation.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install for self-managed.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HPA: Horizontal Pod Autoscaler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pod count based on metrics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HPA Does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pod metrics (CPU, memory, custom)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current to target utilization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replicas up or down automatically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Respects min/max replica bounds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metrics every 15 seconds by default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Server must be running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 must have 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requests defined</a:t>
            </a:r>
            <a:endParaRPr lang="en-US" sz="13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deployment must have </a:t>
            </a:r>
            <a:r>
              <a:rPr lang="en-US" sz="1300" b="1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field</a:t>
            </a:r>
            <a:endParaRPr lang="en-US" sz="13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metrics API (metrics.k8s.io)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Stabilization window (3 min default)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2420" y="2743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Autoscaler: Node-Level Scaling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add/remove nodes from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6499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36499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When: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Pod cannot be scheduled (pending state)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Node pool has unschedulable pods for &gt;10 minutes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Nodes are underutilized (&lt;50% for 10 minutes)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Scale up: Add nodes to accommodate pending 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Scale down: Remove unused nodes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AWS Auto Scaling Groups (ASG)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GKE node pools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Azure VMSS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Does NOT remove nodes running single pods or system pods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Cannot migrate pods to scale down a node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Scaling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+ Cluster Autoscaler working together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 of Autoscaling: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HPA (Pod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Scales pod replicas based on CPU/memory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Works within existing node resources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Cluster Autoscaler (Node Count)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Adds nodes when HPA-scaled pods can't fit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↓ Removes nodes when utilization drops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&amp; Observability: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Watch HPA status: kubectl describe hpa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View metrics: kubectl top pods, nodes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Check events: kubectl get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Monitor CA actions: Check cloud provider console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1019</Words>
  <Application>Microsoft Office PowerPoint</Application>
  <PresentationFormat>On-screen Show (16:9)</PresentationFormat>
  <Paragraphs>213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Aryan Mohan</cp:lastModifiedBy>
  <cp:revision>6</cp:revision>
  <dcterms:created xsi:type="dcterms:W3CDTF">2026-03-26T19:27:41Z</dcterms:created>
  <dcterms:modified xsi:type="dcterms:W3CDTF">2026-06-12T13:47:05Z</dcterms:modified>
</cp:coreProperties>
</file>