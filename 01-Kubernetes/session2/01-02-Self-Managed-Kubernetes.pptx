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6" r:id="rId5"/>
    <p:sldId id="270" r:id="rId6"/>
    <p:sldId id="27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55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Kubernetes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Kubeadm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production-grade cluster from scratch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Kubernetes?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vs Self-Managed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Services (EKS)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handles control plane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updates &amp; patches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monitoring &amp; logging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to get started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what you use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(Kubeadm)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and customization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cluster internals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anywhere (on-prem, cloud)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production operations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costs for stable workloads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Cluster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Master Node + 2 Worker Nodes on EC2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1097280"/>
          </a:xfrm>
          <a:prstGeom prst="rect">
            <a:avLst/>
          </a:prstGeom>
          <a:solidFill>
            <a:srgbClr val="FFE8C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NODE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Manager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2011680" cy="1097280"/>
          </a:xfrm>
          <a:prstGeom prst="rect">
            <a:avLst/>
          </a:prstGeom>
          <a:solidFill>
            <a:srgbClr val="E8F5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011680" cy="1097280"/>
          </a:xfrm>
          <a:prstGeom prst="rect">
            <a:avLst/>
          </a:prstGeom>
          <a:solidFill>
            <a:srgbClr val="E8F5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nodes: Ubuntu 24 + 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kubectl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50876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&amp;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70332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 (Container Networking Interface) Plugin (Cilium): Pod-to-pod networking across nodes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kube-dns: Service discovery within cluster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Network policies, RBAC, TLS for all control plane traffic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Pods: Control Plane as Pods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kubeadm runs etcd, API server, controller manager without a scheduler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210312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Static Pods?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directly by kubelet, not scheduler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as YAML files in /etc/kubernetes/manifests/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watches this directory and starts pods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pod crashes, kubelet restarts 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server needed to deploy them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node static pods: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/etc/kubernetes/manifests/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kube-apiserver.yaml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kube-controller-manager.yaml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kube-scheduler.yaml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etcd.yaml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run Pods without any scheduler! Edit manifests directly, kubelet picks them up. Critical for bootstrapping a cluster before scheduler is ready.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vs AWS EKS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responsible for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23444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Install, patch, upgrade, monitor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32120" y="123444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23560" y="1234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Fully managed, auto-updated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6022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7602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76022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0" y="17602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Patch OS, upgrade kubelet, scale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176022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23560" y="17602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node groups, but you patch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228600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68880" y="2286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Choose and install CNI plugin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32120" y="228600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23560" y="22860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VPC CNI pre-configured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1178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8117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Backups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81178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68880" y="28117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Manual snapshots required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32120" y="281178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23560" y="28117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Automatic backups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33756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46888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EC2 + (you manage right-sizing)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32120" y="333756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62356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control plane + EC2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6334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38633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HA/Multi-AZ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0" y="386334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468880" y="38633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Complex setup required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386334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23560" y="38633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Built-in, just enable 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067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698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370</Words>
  <Application>Microsoft Office PowerPoint</Application>
  <PresentationFormat>On-screen Show (16:9)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Self-Managed Kubernetes with Kubeadm</dc:title>
  <dc:subject>PptxGenJS Presentation</dc:subject>
  <dc:creator>Aryan Mohan</dc:creator>
  <cp:lastModifiedBy>KubeCraft Technologies</cp:lastModifiedBy>
  <cp:revision>4</cp:revision>
  <dcterms:created xsi:type="dcterms:W3CDTF">2026-03-26T19:27:52Z</dcterms:created>
  <dcterms:modified xsi:type="dcterms:W3CDTF">2026-03-29T07:23:48Z</dcterms:modified>
</cp:coreProperties>
</file>